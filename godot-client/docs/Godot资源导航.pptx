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F5C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BATTLEBLITZ  ·  GODOT 4.7  ·  2026.07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Godot 资源导航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插件 · 教程 · 免费贴图  →  客户端地图升级实战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1097280" cy="36576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调研日期: 2026-07-13  |  目标: BattleBlitz Godot 客户端 M0+M1+M1.5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420624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2A35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42062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draft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TL;DR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三条带走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2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FE8 商业级美术直接复用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5623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OverworldRegularFE8.png 32×32 sub-tile 全 autotile 套件；省 6 个月美术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2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45920" y="2468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4.7 TerrainSet bitmask 自动混合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8620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add_terrain_set() + 16 个 peering bit，平原/森林/山/水边自动融合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2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645920" y="3474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Kenney CC0 / OpenGameArt 顶上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867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50MB+ 战略游戏素材免费可用，30 天可换皮出 demo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CE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BattleBlitz Godot 客户端 · 资源导航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我们面对什么 / 走什么路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从『丑到不能用』到 FE8 商业级美术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ect">
            <a:avLst/>
          </a:prstGeom>
          <a:solidFill>
            <a:srgbClr val="E5ECF5"/>
          </a:solidFill>
          <a:ln w="1270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原版 DOM+CSS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原版 70 张 48×48 像素图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 class='cell'&gt; 硬渲染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autotile、边缘硬切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看不出森林、看不出湖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E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用户反馈：地图太丑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5400000">
            <a:off x="4526280" y="2697480"/>
            <a:ext cx="457200" cy="457200"/>
          </a:xfrm>
          <a:prstGeom prst="rtTriangle">
            <a:avLst/>
          </a:prstGeom>
          <a:solidFill>
            <a:srgbClr val="F5C249"/>
          </a:solidFill>
          <a:ln/>
        </p:spPr>
      </p:sp>
      <p:sp>
        <p:nvSpPr>
          <p:cNvPr id="9" name="Shape 7"/>
          <p:cNvSpPr/>
          <p:nvPr/>
        </p:nvSpPr>
        <p:spPr>
          <a:xfrm>
            <a:off x="5120640" y="1371600"/>
            <a:ext cx="3657600" cy="3108960"/>
          </a:xfrm>
          <a:prstGeom prst="rect">
            <a:avLst/>
          </a:prstGeom>
          <a:solidFill>
            <a:srgbClr val="E5ECF5"/>
          </a:solidFill>
          <a:ln w="1270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371600"/>
            <a:ext cx="3657600" cy="4572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·  Godot 4.7 + FE8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92024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OverworldRegularFE8.png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sub-tile，自带 autotile 块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TileSet.add_terrain_set() 4 套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Plain/Forest/Mountain/River 边自动融合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55/55 smoke test 通过 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CE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BattleBlitz Godot 客户端 · 资源导航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FE8 接入效果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15×15 balanced_2p_15 · FE8 + TerrainSet bitmask autotiling</a:t>
            </a:r>
            <a:endParaRPr lang="en-US" sz="1300" dirty="0"/>
          </a:p>
        </p:txBody>
      </p:sp>
      <p:pic>
        <p:nvPicPr>
          <p:cNvPr id="4" name="Image 0" descr="D:/PyCharm Community Edition 2024.3.3/PycharmProjects/BattleBlitz/godot-client/screenshots/06_fe8_auto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75488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617720"/>
            <a:ext cx="4754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Godot 自动按 4 邻居 NSEW 选边</a:t>
            </a:r>
            <a:endParaRPr lang="en-US" sz="1000" dirty="0"/>
          </a:p>
        </p:txBody>
      </p:sp>
      <p:pic>
        <p:nvPicPr>
          <p:cNvPr id="6" name="Image 1" descr="D:/PyCharm Community Edition 2024.3.3/PycharmProjects/BattleBlitz/godot-client/assets/tiles_fe8/overworld_f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234440"/>
            <a:ext cx="3291840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0680" y="46177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资源: Fire Emblem 8 OverworldRegularFE8.png (512×512)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5440680" y="1234440"/>
            <a:ext cx="3291840" cy="3291840"/>
          </a:xfrm>
          <a:prstGeom prst="rect">
            <a:avLst/>
          </a:prstGeom>
          <a:solidFill>
            <a:srgbClr val="E5ECF5">
              <a:alpha val="30000"/>
            </a:srgbClr>
          </a:solidFill>
          <a:ln w="25400">
            <a:solidFill>
              <a:srgbClr val="F5C249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CE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BattleBlitz Godot 客户端 · 资源导航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 Godot 4 插件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按对 BattleBlitz 客户端的价值排序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307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(Godot Unit Test)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3075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C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563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bitwes  ·  github.com/bitwes/Gut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764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GDUnit 的现代替代。GDScript 单元测试 + GUI runner。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039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替代 70 行手写 smoke_test.gd，200+ 断言自动跑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07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Dialogic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13075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C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563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dialogic-godot  ·  github.com/dialogic-godot/dialogic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8032" y="1764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分支对话/打字机效果/角色立绘。M2 主线剧情直接用。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2039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替换现有 web/app.js 的 Dialog.show() 实现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Gaea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2542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A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2798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Realm  ·  godotter.com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节点化地形生成器。可视化编辑高度+生物群系。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镜像服务端 map_generation/ 供关卡设计师本地调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46888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46888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Tween Suite (Tweener)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0" y="2542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4A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2798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Kazumi  ·  godot asset library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28032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 Tween 节点：更平滑的缓动曲线、回调链。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8032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M3 单位移动/受击/HUD 弹入动画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70332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70332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+ GdUnit4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66160" y="37764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" y="4032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Mike)  ·  github.com/MikeSchulze/gdUnit4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" y="4233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 单元测试的另一个流派。社区比 GUT 小。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" y="4507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和 GUT 二选一即可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70332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70332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Camera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0" y="37764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28032" y="4032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ramokskop  ·  github.com/ramokskop/phantom-camera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8032" y="4233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 相机管理：跟随/抖动/区域限制。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28032" y="4507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M4 战斗镜头：单位选中缩放/震屏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CE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BattleBlitz Godot 客户端 · 资源导航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推荐学习资源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从入门到 SRPG 实战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solidFill>
            <a:srgbClr val="E0404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YouTube 频道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3154680"/>
          </a:xfrm>
          <a:prstGeom prst="rect">
            <a:avLst/>
          </a:prstGeom>
          <a:solidFill>
            <a:srgbClr val="F4F7FC"/>
          </a:solidFill>
          <a:ln w="6350">
            <a:solidFill>
              <a:srgbClr val="C5CE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youtube.com/@uheartbeast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RPG 经典系列(虽 Godot 3，但 GDScript 思想一致)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GDQuest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96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youtube.com/@Gdquest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779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GDScript 最佳实践 + 节点设计 + Tilemap 系列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Brackeys (Unity)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46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youtube.com/@Brackeys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 思路通用：状态机、UI/UX、shader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895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DevWorm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96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youtube.com/@devworm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 实测 + shader 案例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1188720"/>
            <a:ext cx="2743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官方文档 + 书籍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46120" y="1554480"/>
            <a:ext cx="2743200" cy="3154680"/>
          </a:xfrm>
          <a:prstGeom prst="rect">
            <a:avLst/>
          </a:prstGeom>
          <a:solidFill>
            <a:srgbClr val="F4F7FC"/>
          </a:solidFill>
          <a:ln w="6350">
            <a:solidFill>
              <a:srgbClr val="C5CE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Docs 4.7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847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docs.godotengine.org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3756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权威 API 参考，必查 TileSet / TileMapLayer / TileData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395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GDQuest Free Book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2596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gdquest.com/docs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7560" y="2779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 100+ 页 GDScript 教程 (PDF/EPUB)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KidsCanCode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346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kidscancode.org/godot_recipes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Tween/StateMachine/SignalBus 实例库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3895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r/godot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37560" y="4096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reddit.com/r/godot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3756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社区答疑 + 插件评测 + 工作流分享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SRPG 专项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26480" y="1554480"/>
            <a:ext cx="2743200" cy="3154680"/>
          </a:xfrm>
          <a:prstGeom prst="rect">
            <a:avLst/>
          </a:prstGeom>
          <a:solidFill>
            <a:srgbClr val="F4F7FC"/>
          </a:solidFill>
          <a:ln w="6350">
            <a:solidFill>
              <a:srgbClr val="C5CE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Awesome Godot 列表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1847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github.com/godotengine/awesome-godot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0" y="2029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社区项目/Tilemap/AI/网络 全栈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23957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Emblem Clone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2596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github.com/dualword/fe-client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17920" y="2779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火纹复刻源码，可读但量大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Wars 复刻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3346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github.com/fxspec06/Advance-Wars-v2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17920" y="3529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高级战争复刻，状态机 + 行动点参考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0" y="3895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GDQuest TD 系列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0" y="4096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gdquest.com/library/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1792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Defense 系列包含路径/格点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CE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BattleBlitz Godot 客户端 · 资源导航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免费贴图资源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CC0 / Public Domain 商业可用 · 不需要署名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1005840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Kenney Strategy (16-bit)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2344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首推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1499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KB  ·  100+ 地形+单位+建筑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kenney.nl/assets/tileset-strategy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938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商用免费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73152" cy="1005840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Kenney Strategy (32-bit)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0" y="12344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499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MB  ·  高清地形+单位+动画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kenney.nl/assets/strategy-32bit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28032" y="1938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商用免费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31720"/>
            <a:ext cx="73152" cy="1005840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Kenney Strategy Voxel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23774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2642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 MB  ·  3D 体素全套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2880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kenney.nl/assets/strategy-voxel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" y="3081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商用免费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331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331720"/>
            <a:ext cx="73152" cy="1005840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OpenGameArt 16x16 Fantasy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23774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火纹味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642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 ·  中世纪奇幻全套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2880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opengameart.org/content/16x16-fantasy-tileset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032" y="3081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商用免费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74720"/>
            <a:ext cx="73152" cy="1005840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3520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OpenGameArt 主站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66160" y="35204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3785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10000+ 资源  ·  战棋/RPG/塔防/2D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opengameart.org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0352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商用免费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474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5CE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474720"/>
            <a:ext cx="73152" cy="1005840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3520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Liberated Pixel Cup (LPC)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63840" y="35204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角色向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28032" y="37856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sprite  ·  角色/单位/坐骑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28032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opengameart.org/content/lpc-tileset-...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28032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商用免费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CE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BattleBlitz Godot 客户端 · 资源导航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 &amp; Action Items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5C24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客户端路线图 (待启动)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40080" cy="457200"/>
          </a:xfrm>
          <a:prstGeom prst="rect">
            <a:avLst/>
          </a:prstGeom>
          <a:solidFill>
            <a:srgbClr val="2A35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2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网关 + REST 动作 + MapLogic BFS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6400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2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大厅/HUD/CO 能量/对话/主线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640080" cy="457200"/>
          </a:xfrm>
          <a:prstGeom prst="rect">
            <a:avLst/>
          </a:prstGeom>
          <a:solidFill>
            <a:srgbClr val="2A359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2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触屏 + 移动端导出 (Android/iOS)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6400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2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 公网部署 + Web 导出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等待你的决定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55448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切换 Kenney 16-bit 替换 FE8? (1 天)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走 M2 路线 (WS+REST+MapLogic)?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装 GUT 替换手写 smoke_test?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Dialogic 2 接入主线剧情?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切到 32×32 tile + 高级相机?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5C24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df39cbc · 分支 codex/godot-map-port · smoke test 55/55 · 6 张截图 · 0 个临时文件残留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BattleBlitz Godot 客户端 · 资源导航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BattleBlitz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Godot 资源导航 — BattleBlitz 客户端</dc:title>
  <dc:subject>PptxGenJS Presentation</dc:subject>
  <dc:creator>BattleBlitz Godot Agent</dc:creator>
  <cp:lastModifiedBy>BattleBlitz Godot Agent</cp:lastModifiedBy>
  <cp:revision>1</cp:revision>
  <dcterms:created xsi:type="dcterms:W3CDTF">2026-07-13T08:34:16Z</dcterms:created>
  <dcterms:modified xsi:type="dcterms:W3CDTF">2026-07-13T08:34:16Z</dcterms:modified>
</cp:coreProperties>
</file>